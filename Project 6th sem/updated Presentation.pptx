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9" r:id="rId3"/>
    <p:sldId id="260" r:id="rId4"/>
    <p:sldId id="277" r:id="rId5"/>
    <p:sldId id="278" r:id="rId6"/>
    <p:sldId id="279" r:id="rId7"/>
    <p:sldId id="280" r:id="rId8"/>
    <p:sldId id="281" r:id="rId9"/>
    <p:sldId id="282" r:id="rId10"/>
    <p:sldId id="276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549065-533F-8012-3BF6-B65DE4AE185F}" v="3" dt="2023-08-24T05:17:24.018"/>
    <p1510:client id="{EC63BAC3-E80E-DE78-8C09-988BFA03319C}" v="2" dt="2023-08-24T11:38:50.7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710" autoAdjust="0"/>
  </p:normalViewPr>
  <p:slideViewPr>
    <p:cSldViewPr>
      <p:cViewPr varScale="1">
        <p:scale>
          <a:sx n="79" d="100"/>
          <a:sy n="79" d="100"/>
        </p:scale>
        <p:origin x="157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anon#b2a026132a1c6eccdfceaaf1c0b4f3a8ecf6aa658d5dd6f8b5c15ea82296c8a5::" providerId="AD" clId="Web-{EC63BAC3-E80E-DE78-8C09-988BFA03319C}"/>
    <pc:docChg chg="modSld">
      <pc:chgData name="Guest User" userId="S::urn:spo:anon#b2a026132a1c6eccdfceaaf1c0b4f3a8ecf6aa658d5dd6f8b5c15ea82296c8a5::" providerId="AD" clId="Web-{EC63BAC3-E80E-DE78-8C09-988BFA03319C}" dt="2023-08-24T11:38:50.771" v="1" actId="20577"/>
      <pc:docMkLst>
        <pc:docMk/>
      </pc:docMkLst>
      <pc:sldChg chg="modSp">
        <pc:chgData name="Guest User" userId="S::urn:spo:anon#b2a026132a1c6eccdfceaaf1c0b4f3a8ecf6aa658d5dd6f8b5c15ea82296c8a5::" providerId="AD" clId="Web-{EC63BAC3-E80E-DE78-8C09-988BFA03319C}" dt="2023-08-24T11:38:50.771" v="1" actId="20577"/>
        <pc:sldMkLst>
          <pc:docMk/>
          <pc:sldMk cId="3571392540" sldId="257"/>
        </pc:sldMkLst>
        <pc:spChg chg="mod">
          <ac:chgData name="Guest User" userId="S::urn:spo:anon#b2a026132a1c6eccdfceaaf1c0b4f3a8ecf6aa658d5dd6f8b5c15ea82296c8a5::" providerId="AD" clId="Web-{EC63BAC3-E80E-DE78-8C09-988BFA03319C}" dt="2023-08-24T11:38:50.771" v="1" actId="20577"/>
          <ac:spMkLst>
            <pc:docMk/>
            <pc:sldMk cId="3571392540" sldId="257"/>
            <ac:spMk id="3" creationId="{00000000-0000-0000-0000-000000000000}"/>
          </ac:spMkLst>
        </pc:spChg>
      </pc:sldChg>
    </pc:docChg>
  </pc:docChgLst>
  <pc:docChgLst>
    <pc:chgData name="Guest User" userId="S::urn:spo:anon#b2a026132a1c6eccdfceaaf1c0b4f3a8ecf6aa658d5dd6f8b5c15ea82296c8a5::" providerId="AD" clId="Web-{9B549065-533F-8012-3BF6-B65DE4AE185F}"/>
    <pc:docChg chg="modSld">
      <pc:chgData name="Guest User" userId="S::urn:spo:anon#b2a026132a1c6eccdfceaaf1c0b4f3a8ecf6aa658d5dd6f8b5c15ea82296c8a5::" providerId="AD" clId="Web-{9B549065-533F-8012-3BF6-B65DE4AE185F}" dt="2023-08-24T05:17:24.018" v="2" actId="20577"/>
      <pc:docMkLst>
        <pc:docMk/>
      </pc:docMkLst>
      <pc:sldChg chg="modSp">
        <pc:chgData name="Guest User" userId="S::urn:spo:anon#b2a026132a1c6eccdfceaaf1c0b4f3a8ecf6aa658d5dd6f8b5c15ea82296c8a5::" providerId="AD" clId="Web-{9B549065-533F-8012-3BF6-B65DE4AE185F}" dt="2023-08-24T05:17:24.018" v="2" actId="20577"/>
        <pc:sldMkLst>
          <pc:docMk/>
          <pc:sldMk cId="3571392540" sldId="257"/>
        </pc:sldMkLst>
        <pc:spChg chg="mod">
          <ac:chgData name="Guest User" userId="S::urn:spo:anon#b2a026132a1c6eccdfceaaf1c0b4f3a8ecf6aa658d5dd6f8b5c15ea82296c8a5::" providerId="AD" clId="Web-{9B549065-533F-8012-3BF6-B65DE4AE185F}" dt="2023-08-24T05:17:24.018" v="2" actId="20577"/>
          <ac:spMkLst>
            <pc:docMk/>
            <pc:sldMk cId="3571392540" sldId="257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83077F-D8E2-4F0B-BE54-0C672218B48E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02310E-6A06-4FCF-984F-635B8C07B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415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02310E-6A06-4FCF-984F-635B8C07BF2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5539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1E3B-0C09-4D14-A9A5-CF9E1576D670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AAF5-03BA-4168-AC93-5456AEECE6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352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B465F-23C4-4EC5-9EB5-46CCBD49BA04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AAF5-03BA-4168-AC93-5456AEECE6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190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3AD44-3A2C-451B-A567-5A7C42ECE8F6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AAF5-03BA-4168-AC93-5456AEECE6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780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5F699-4506-406F-B347-7391B0206D3E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AAF5-03BA-4168-AC93-5456AEECE6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868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9D21A-87B9-4F57-B532-D82E984CCE56}" type="datetime1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AAF5-03BA-4168-AC93-5456AEECE6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785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BA193-6A28-4B37-BBA4-FCFBD569F86F}" type="datetime1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AAF5-03BA-4168-AC93-5456AEECE6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228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96CF2-24DB-4E2C-B3A9-51CAC49F85BD}" type="datetime1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AAF5-03BA-4168-AC93-5456AEECE6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935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D9B00-4D24-4EC2-ADEA-063DFAC2EAC5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AAF5-03BA-4168-AC93-5456AEECE6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675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332F3-ED5B-4961-84FD-313BE9627F9D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AAF5-03BA-4168-AC93-5456AEECE6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208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A0915-23E1-4BCD-A1CB-08B3DC145E31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AAF5-03BA-4168-AC93-5456AEECE6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113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98682-2B55-4D23-8A63-FD4AC2CC4E2C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AAF5-03BA-4168-AC93-5456AEECE6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680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B0249-4178-4409-B610-0389154E4DAD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BCAAF5-03BA-4168-AC93-5456AEECE6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307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33400"/>
            <a:ext cx="7772400" cy="5943599"/>
          </a:xfrm>
        </p:spPr>
        <p:txBody>
          <a:bodyPr>
            <a:noAutofit/>
          </a:bodyPr>
          <a:lstStyle/>
          <a:p>
            <a:br>
              <a:rPr lang="en-US" sz="1800" b="1" dirty="0"/>
            </a:br>
            <a:br>
              <a:rPr lang="en-US" sz="1800" b="1" dirty="0"/>
            </a:br>
            <a:br>
              <a:rPr lang="en-US" sz="1800" b="1" dirty="0"/>
            </a:br>
            <a:b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Project  Presentation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Diabetes Prediction System with K-Nearest Neighbors (KNN) Algorithm</a:t>
            </a:r>
            <a:b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Piyush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Sthapit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(41002140) 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Final Project  Presentation Submitted in partial fulfillment of the requirement of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Bachelor </a:t>
            </a:r>
            <a:r>
              <a:rPr lang="en-US" sz="1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Computer Applications(BCA) 6</a:t>
            </a:r>
            <a:r>
              <a:rPr lang="en-US" sz="1800" b="1" baseline="30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</a:t>
            </a:r>
            <a:r>
              <a:rPr lang="en-US" sz="1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semester</a:t>
            </a:r>
            <a:b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Tribhuvan University, Nepal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April, 2026 A.D.                                 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762000"/>
            <a:ext cx="1371600" cy="13716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E5B409-3C99-4ED0-8F8F-016D43DA8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AAF5-03BA-4168-AC93-5456AEECE64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605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83591"/>
            <a:ext cx="8229600" cy="5310982"/>
          </a:xfrm>
        </p:spPr>
        <p:txBody>
          <a:bodyPr>
            <a:no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analyzes patient health data and predict diabetes risk, helping with early detection and preventive healthcare.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K-Nearest Neighbors (KNN) Algorithm is used to classify patient health data into high-risk and low-risk categories for diabetes, ensuring accurate risk assessment and reliable medical recommendations.. 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with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Python, Scikit-learn, and JSON for a fast, user-friendly, and smooth diabetes risk assessment experience.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96D9BF-F2F5-418C-A82E-01FE44C87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AAF5-03BA-4168-AC93-5456AEECE64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396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classify diabetes risk assessment using machine learning to classify patients into high-risk and low-risk categories for timely intervention and recommend doctors accordingly.</a:t>
            </a:r>
          </a:p>
          <a:p>
            <a:pPr lvl="0"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store and display prediction history for patients and healthcare providers.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DAD376-C662-41BC-A57A-CE85B91DC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AAF5-03BA-4168-AC93-5456AEECE64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988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53725-66F5-FC8E-4D54-1910CC9C2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7875"/>
            <a:ext cx="8229600" cy="731838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51767" y="6400800"/>
            <a:ext cx="2640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Use Case Diagram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739374-ED76-4344-AFC4-20EC29E77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AAF5-03BA-4168-AC93-5456AEECE647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7528A3-8A79-A53D-804C-84CCDEF8FFB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73" r="7129" b="5065"/>
          <a:stretch>
            <a:fillRect/>
          </a:stretch>
        </p:blipFill>
        <p:spPr bwMode="auto">
          <a:xfrm>
            <a:off x="1676400" y="929714"/>
            <a:ext cx="5943600" cy="547108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275868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E919E-8818-2561-8DD4-5E3DB5471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3067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used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K-Nearest Neighbors (KNN)</a:t>
            </a:r>
            <a:br>
              <a:rPr lang="en-US" b="1" dirty="0"/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909F6-43F6-1C82-8005-67FEE4170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806067"/>
            <a:ext cx="8229600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KNN?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KNN stands for K-Nearest Neighbors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supervised machine learning algorithm used for classification and regression</a:t>
            </a: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</a:t>
            </a:r>
            <a:r>
              <a:rPr 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it Works ?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distance between new data point and all training examples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Selects K number of closest neighbors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Assigns class based on majority vote of those neighbors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75E160-2653-FE54-DF3D-710EE7B36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AAF5-03BA-4168-AC93-5456AEECE64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562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66EB6-90C1-43C9-85FD-7A50D3EAE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/>
          <a:lstStyle/>
          <a:p>
            <a:pPr marL="0" indent="0" algn="just">
              <a:buNone/>
            </a:pPr>
            <a:r>
              <a:rPr lang="en-US" b="1" dirty="0"/>
              <a:t> 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KNN Works in Diabetes Prediction System ?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distance between input patient data and all training samples using Manhattan distance metric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k=19 nearest neighbors (most similar patients)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Assigns class (High Risk/Low Risk) based on majority voting among neighbors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9B963-BC7C-F20F-2CA9-8141D5B3F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AAF5-03BA-4168-AC93-5456AEECE64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334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75649-2ABD-2FB5-C5B1-29962C45A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7D34C-D693-0E9F-FC2C-D6542BB98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pPr marL="0" indent="0" algn="just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Used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PIMA Indians Diabetes Database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768 patient records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268 diabetes cases (34.9%), 500 non-diabetes cases (65.1%)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80% training data, 20% testing data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https://www.kaggle.com/datasets/mahmoudhassanmahmoud/diabites-dataset/data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4417CB-DA5D-396E-B6D9-80A02AA40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AAF5-03BA-4168-AC93-5456AEECE647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22D4BA6-CBF7-CF45-6714-60E520498C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8983912"/>
              </p:ext>
            </p:extLst>
          </p:nvPr>
        </p:nvGraphicFramePr>
        <p:xfrm>
          <a:off x="609600" y="4126209"/>
          <a:ext cx="6096000" cy="2396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35028979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27337677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Model Performance Metrics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3792863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1545109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81%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733926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 (Diabetes Class)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70%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536771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 (Diabetes Class)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64%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817187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 (Diabetes Class)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67%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498546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1912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8A41F3-3C95-06F9-3990-7AC6CF838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AAF5-03BA-4168-AC93-5456AEECE647}" type="slidenum">
              <a:rPr lang="en-US" smtClean="0"/>
              <a:t>8</a:t>
            </a:fld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EA8394-EDF9-95A5-CCD5-85A79038DA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599" y="381000"/>
            <a:ext cx="5401429" cy="23625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76E3554-B1D6-8BDF-83B1-FB98E0DF2F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599" y="2903888"/>
            <a:ext cx="4499610" cy="3636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792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37CF5-95E0-8690-CD5F-B63FEAF26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336" y="381000"/>
            <a:ext cx="8229600" cy="61722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 Summary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Negatives: Correctly identified non-diabetic patients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Positives: Correctly identified diabetic patients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Positives: Non-diabetic incorrectly labeled as diabetic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Negatives: Diabetic incorrectly labeled as non-diabetic</a:t>
            </a:r>
          </a:p>
          <a:p>
            <a:pPr marL="0" indent="0" algn="just">
              <a:buNone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 Hyperparameters Found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Value: 19 neighbors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Metric: Manhattan (p=1)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Cross-validation F1 Score: 0.645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376AD2-9FE8-4180-D0D9-454691D87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AAF5-03BA-4168-AC93-5456AEECE64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72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7236"/>
            <a:ext cx="8229600" cy="487362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4587"/>
            <a:ext cx="8229600" cy="5211763"/>
          </a:xfrm>
        </p:spPr>
        <p:txBody>
          <a:bodyPr>
            <a:norm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successfully predicts diabetes risk using KNN algorithm with 81% accuracy.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 are classified into High Risk or Low Risk categories with personalized doctor recommendations.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web-based platform is user-friendly, accessible, and supports early detection for preventive healthcare.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9AED3E-BC8C-48BF-BE62-FBE47CAA5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AAF5-03BA-4168-AC93-5456AEECE64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312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B196AE-4A4E-47A4-8C8F-6049FACB1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AAF5-03BA-4168-AC93-5456AEECE64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034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1778</TotalTime>
  <Words>492</Words>
  <Application>Microsoft Office PowerPoint</Application>
  <PresentationFormat>On-screen Show (4:3)</PresentationFormat>
  <Paragraphs>68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      A Project  Presentation On Diabetes Prediction System with K-Nearest Neighbors (KNN) Algorithm  Submitted By Piyush Sthapit (41002140)   A Final Project  Presentation Submitted in partial fulfillment of the requirement of Bachelor in Computer Applications(BCA) 6th semester of Tribhuvan University, Nepal April, 2026 A.D.                                  </vt:lpstr>
      <vt:lpstr>Introduction to project</vt:lpstr>
      <vt:lpstr>Objective of the Project</vt:lpstr>
      <vt:lpstr>Use Case Diagram</vt:lpstr>
      <vt:lpstr>Algorithm used: K-Nearest Neighbors (KNN) </vt:lpstr>
      <vt:lpstr>PowerPoint Presentation</vt:lpstr>
      <vt:lpstr>Result Analysis</vt:lpstr>
      <vt:lpstr>PowerPoint Presentation</vt:lpstr>
      <vt:lpstr>PowerPoint Presentation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Piyush Sthapi</cp:lastModifiedBy>
  <cp:revision>138</cp:revision>
  <dcterms:created xsi:type="dcterms:W3CDTF">2020-03-01T07:37:33Z</dcterms:created>
  <dcterms:modified xsi:type="dcterms:W3CDTF">2026-04-13T06:51:37Z</dcterms:modified>
</cp:coreProperties>
</file>