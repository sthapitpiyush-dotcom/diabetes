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89650" y="1280160"/>
            <a:ext cx="411480" cy="2560320"/>
          </a:xfrm>
          <a:prstGeom prst="roundRect">
            <a:avLst/>
          </a:prstGeom>
          <a:solidFill>
            <a:srgbClr val="67E8F9"/>
          </a:solidFill>
          <a:ln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58130" y="2011680"/>
            <a:ext cx="411480" cy="1828800"/>
          </a:xfrm>
          <a:prstGeom prst="round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21170" y="2011680"/>
            <a:ext cx="411480" cy="1828800"/>
          </a:xfrm>
          <a:prstGeom prst="round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9920000">
            <a:off x="5386730" y="1234440"/>
            <a:ext cx="594360" cy="164592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 rot="1920000">
            <a:off x="6209690" y="1508760"/>
            <a:ext cx="640080" cy="164592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46704" y="41148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Segoe UI"/>
              </a:defRPr>
            </a:pPr>
            <a:r>
              <a:t>aimid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2304" y="5120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A I   M I D D L E W A R E   F O R   T H E   E N T E R P R I S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