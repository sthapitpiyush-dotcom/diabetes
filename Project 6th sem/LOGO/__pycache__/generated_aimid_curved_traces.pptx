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011" y="19202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1">
                <a:solidFill>
                  <a:srgbClr val="4FD1C5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6917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1">
                <a:solidFill>
                  <a:srgbClr val="60A5FA"/>
                </a:solidFill>
                <a:latin typeface="Segoe UI"/>
              </a:defRPr>
            </a:pPr>
            <a:r>
              <a:t>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3644" y="1986799"/>
            <a:ext cx="560691" cy="560691"/>
          </a:xfrm>
          <a:prstGeom prst="rect">
            <a:avLst/>
          </a:prstGeom>
          <a:solidFill>
            <a:srgbClr val="030712"/>
          </a:solidFill>
          <a:ln w="444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48967" y="2072121"/>
            <a:ext cx="390046" cy="390046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62379" y="2072121"/>
            <a:ext cx="390046" cy="39004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24336" y="2151350"/>
            <a:ext cx="511935" cy="36566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443" y="2151350"/>
            <a:ext cx="511935" cy="3656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436272" y="2096824"/>
            <a:ext cx="914171" cy="72809"/>
          </a:xfrm>
          <a:custGeom>
            <a:avLst/>
            <a:gdLst/>
            <a:ahLst/>
            <a:cxnLst/>
            <a:rect l="l" t="t" r="r" b="b"/>
            <a:pathLst>
              <a:path w="914171" h="72809">
                <a:moveTo>
                  <a:pt x="0" y="72809"/>
                </a:moveTo>
                <a:lnTo>
                  <a:pt x="60945" y="54607"/>
                </a:lnTo>
                <a:close/>
                <a:lnTo>
                  <a:pt x="121890" y="39005"/>
                </a:lnTo>
                <a:close/>
                <a:lnTo>
                  <a:pt x="182834" y="26003"/>
                </a:lnTo>
                <a:close/>
                <a:lnTo>
                  <a:pt x="243779" y="15602"/>
                </a:lnTo>
                <a:close/>
                <a:lnTo>
                  <a:pt x="304724" y="7801"/>
                </a:lnTo>
                <a:close/>
                <a:lnTo>
                  <a:pt x="365669" y="2601"/>
                </a:lnTo>
                <a:close/>
                <a:lnTo>
                  <a:pt x="426613" y="0"/>
                </a:lnTo>
                <a:close/>
                <a:lnTo>
                  <a:pt x="487558" y="0"/>
                </a:lnTo>
                <a:close/>
                <a:lnTo>
                  <a:pt x="548503" y="2601"/>
                </a:lnTo>
                <a:close/>
                <a:lnTo>
                  <a:pt x="609448" y="7801"/>
                </a:lnTo>
                <a:close/>
                <a:lnTo>
                  <a:pt x="670392" y="15602"/>
                </a:lnTo>
                <a:close/>
                <a:lnTo>
                  <a:pt x="731337" y="26003"/>
                </a:lnTo>
                <a:close/>
                <a:lnTo>
                  <a:pt x="792282" y="39005"/>
                </a:lnTo>
                <a:close/>
                <a:lnTo>
                  <a:pt x="853227" y="54607"/>
                </a:lnTo>
                <a:close/>
                <a:lnTo>
                  <a:pt x="914171" y="72809"/>
                </a:lnTo>
                <a:close/>
              </a:path>
            </a:pathLst>
          </a:cu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24336" y="2248861"/>
            <a:ext cx="511935" cy="36566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443" y="2248861"/>
            <a:ext cx="511935" cy="3656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436272" y="2267145"/>
            <a:ext cx="914171" cy="72808"/>
          </a:xfrm>
          <a:custGeom>
            <a:avLst/>
            <a:gdLst/>
            <a:ahLst/>
            <a:cxnLst/>
            <a:rect l="l" t="t" r="r" b="b"/>
            <a:pathLst>
              <a:path w="914171" h="72808">
                <a:moveTo>
                  <a:pt x="0" y="0"/>
                </a:moveTo>
                <a:lnTo>
                  <a:pt x="60945" y="18202"/>
                </a:lnTo>
                <a:close/>
                <a:lnTo>
                  <a:pt x="121890" y="33804"/>
                </a:lnTo>
                <a:close/>
                <a:lnTo>
                  <a:pt x="182834" y="46805"/>
                </a:lnTo>
                <a:close/>
                <a:lnTo>
                  <a:pt x="243779" y="57206"/>
                </a:lnTo>
                <a:close/>
                <a:lnTo>
                  <a:pt x="304724" y="65007"/>
                </a:lnTo>
                <a:close/>
                <a:lnTo>
                  <a:pt x="365669" y="70208"/>
                </a:lnTo>
                <a:close/>
                <a:lnTo>
                  <a:pt x="426613" y="72808"/>
                </a:lnTo>
                <a:close/>
                <a:lnTo>
                  <a:pt x="487558" y="72808"/>
                </a:lnTo>
                <a:close/>
                <a:lnTo>
                  <a:pt x="548503" y="70208"/>
                </a:lnTo>
                <a:close/>
                <a:lnTo>
                  <a:pt x="609448" y="65007"/>
                </a:lnTo>
                <a:close/>
                <a:lnTo>
                  <a:pt x="670392" y="57206"/>
                </a:lnTo>
                <a:close/>
                <a:lnTo>
                  <a:pt x="731337" y="46805"/>
                </a:lnTo>
                <a:close/>
                <a:lnTo>
                  <a:pt x="792282" y="33804"/>
                </a:lnTo>
                <a:close/>
                <a:lnTo>
                  <a:pt x="853227" y="18202"/>
                </a:lnTo>
                <a:close/>
                <a:lnTo>
                  <a:pt x="914171" y="0"/>
                </a:lnTo>
                <a:close/>
              </a:path>
            </a:pathLst>
          </a:cu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4336" y="2346373"/>
            <a:ext cx="511935" cy="36566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443" y="2346373"/>
            <a:ext cx="511935" cy="3656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436272" y="2231174"/>
            <a:ext cx="914171" cy="133482"/>
          </a:xfrm>
          <a:custGeom>
            <a:avLst/>
            <a:gdLst/>
            <a:ahLst/>
            <a:cxnLst/>
            <a:rect l="l" t="t" r="r" b="b"/>
            <a:pathLst>
              <a:path w="914171" h="133482">
                <a:moveTo>
                  <a:pt x="0" y="133482"/>
                </a:moveTo>
                <a:lnTo>
                  <a:pt x="60945" y="100112"/>
                </a:lnTo>
                <a:close/>
                <a:lnTo>
                  <a:pt x="121890" y="71508"/>
                </a:lnTo>
                <a:close/>
                <a:lnTo>
                  <a:pt x="182834" y="47672"/>
                </a:lnTo>
                <a:close/>
                <a:lnTo>
                  <a:pt x="243779" y="28603"/>
                </a:lnTo>
                <a:close/>
                <a:lnTo>
                  <a:pt x="304724" y="14301"/>
                </a:lnTo>
                <a:close/>
                <a:lnTo>
                  <a:pt x="365669" y="4767"/>
                </a:lnTo>
                <a:close/>
                <a:lnTo>
                  <a:pt x="426613" y="0"/>
                </a:lnTo>
                <a:close/>
                <a:lnTo>
                  <a:pt x="487558" y="0"/>
                </a:lnTo>
                <a:close/>
                <a:lnTo>
                  <a:pt x="548503" y="4767"/>
                </a:lnTo>
                <a:close/>
                <a:lnTo>
                  <a:pt x="609448" y="14301"/>
                </a:lnTo>
                <a:close/>
                <a:lnTo>
                  <a:pt x="670392" y="28603"/>
                </a:lnTo>
                <a:close/>
                <a:lnTo>
                  <a:pt x="731337" y="47672"/>
                </a:lnTo>
                <a:close/>
                <a:lnTo>
                  <a:pt x="792282" y="71508"/>
                </a:lnTo>
                <a:close/>
                <a:lnTo>
                  <a:pt x="853227" y="100112"/>
                </a:lnTo>
                <a:close/>
                <a:lnTo>
                  <a:pt x="914171" y="133482"/>
                </a:lnTo>
                <a:close/>
              </a:path>
            </a:pathLst>
          </a:cu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5120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AI MIDDLEWARE FOR THE 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