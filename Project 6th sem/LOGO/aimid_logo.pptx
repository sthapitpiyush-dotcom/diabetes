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07024" y="2286000"/>
            <a:ext cx="365760" cy="2286000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84064" y="2857500"/>
            <a:ext cx="365760" cy="17145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29984" y="2857500"/>
            <a:ext cx="365760" cy="17145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500000">
            <a:off x="5321808" y="2606040"/>
            <a:ext cx="64008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00000">
            <a:off x="6236208" y="2606040"/>
            <a:ext cx="64008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